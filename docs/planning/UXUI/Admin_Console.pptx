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3716000" cy="8572500"/>
  <p:notesSz cx="8572500" cy="1371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8572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8950" y="0"/>
            <a:ext cx="6877050" cy="8572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8572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8950" y="0"/>
            <a:ext cx="6877050" cy="8572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8572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8950" y="0"/>
            <a:ext cx="6877050" cy="8572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8572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8950" y="0"/>
            <a:ext cx="6877050" cy="8572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8572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8950" y="0"/>
            <a:ext cx="6877050" cy="8572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8572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8950" y="0"/>
            <a:ext cx="6877050" cy="8572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8572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8950" y="0"/>
            <a:ext cx="6877050" cy="8572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8572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8950" y="0"/>
            <a:ext cx="6877050" cy="8572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8572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8950" y="0"/>
            <a:ext cx="6877050" cy="8572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8572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8950" y="0"/>
            <a:ext cx="6877050" cy="8572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8572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8950" y="0"/>
            <a:ext cx="6877050" cy="8572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8572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8950" y="0"/>
            <a:ext cx="6877050" cy="8572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8572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8950" y="0"/>
            <a:ext cx="6877050" cy="8572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2026-07-08T05:34:54Z</dcterms:created>
  <dcterms:modified xsi:type="dcterms:W3CDTF">2026-07-08T05:34:54Z</dcterms:modified>
</cp:coreProperties>
</file>